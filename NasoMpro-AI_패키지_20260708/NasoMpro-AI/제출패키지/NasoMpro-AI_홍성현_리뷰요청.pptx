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7A5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&amp; 피드백 요청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홍성현 박사님께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— SARS-CoV-2 Mpro 비강 항바이러스 후보 발굴 + 자율 에이전트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것을 먼저 봐 주시고, 과학적 타당성과 다음 방향에 대해 의견을 부탁드립니다.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 https://mpro.wnffn62.workers.dev   (바로 눌러보실 수 있습니다)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아시아경제교육센터 알파폴드팀 · 제4회 JUMP AI 신약개발 경진대회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82296" cy="13716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0.34 → 0.81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예측 정확도(ρ) — 단순 유사도 대비 2.4배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08760"/>
            <a:ext cx="82296" cy="137160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645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6,368종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3484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pIC50 학습 (ChEMBL + COVID Moonshot)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1508760"/>
            <a:ext cx="82296" cy="137160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645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6.94 → 7.94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스스로 더 강한 후보 도출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11155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82296" cy="3063240"/>
          </a:xfrm>
          <a:prstGeom prst="roundRect">
            <a:avLst>
              <a:gd name="adj" fmla="val 33333"/>
            </a:avLst>
          </a:prstGeom>
          <a:solidFill>
            <a:srgbClr val="0B3B3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SMILES(화학식) 하나만 넣으면 Mpro 저해 활성(pIC50)을 실시간 예측 + 비강 전달성 평가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6,368종 실측 데이터로 학습·검증한 QSAR 모델 (골격분할 교차검증으로 정직하게)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에이전트가 가설→평가→최적화→규제 판정을 수행하며 더 좋은 아날로그를 탐색</a:t>
            </a:r>
            <a:endParaRPr lang="en-US" sz="13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PWA(어디서나·PC꺼져도) + 연구원 협업용 풀스택 제품, 두 형태로 제공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부탁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박사님께서 봐 주셨으면 하는 과학적 가정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20624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우리의 가정 /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여쭙고 싶은 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Mpro(3CLpro)를 표적, 비강 스프레이 국소 전달 전략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상기도 초기 감염에서 이 전략의 과학적 타당성 / 맹점은?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예측 = 리간드 기반 QSAR (pIC50), ρ=0.81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실무에서 이 예측을 어디까지 신뢰/활용 가능한가?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'핵심 상호작용'은 구조 유사도로 대리(pose 없음)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도킹(Vina/GNINA)으로 교체가 얼마나 시급한가?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비강 전달성 = MW·logP·TPSA·HBD 휴리스틱 점수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제형 관점에서 가중치·기준이 타당한가?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정합성(concordance) = 예측-도킹 방향 일치 대리지표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나은 정합성 정의/지표가 있는가?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요청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가지 질문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9659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719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타깃·전략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Mpro / 비강 스프레이 방향이 과학적으로 타당한가요? 더 나은 대안은?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55448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9659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1719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신뢰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20574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ρ=0.81 QSAR 예측을 실제 리드 선별에 어느 정도 신뢰하시겠습니까?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1752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" y="3429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182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가장 먼저 보강할 것은? (도킹 / ADMET / 생성모델 / 데이터)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30175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01752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7648" y="3429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3182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3520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클리켐바이오 보유 자산 중 학습에 연동 가능한 데이터가 있을까요?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480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448056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" y="48920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71600" y="4645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983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비강 제형 관점에서 놓친 지표(체류시간·점막자극 등)가 있나요?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4480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4480560"/>
            <a:ext cx="82296" cy="132588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7648" y="48920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95160" y="4645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95160" y="4983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제4회 JUMP AI 제출·발표에서 강조하면 좋을 포인트는?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 기입란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표에 바로 코멘트를 적어 주세요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29768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6692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박사님 의견 (자유 기입)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타깃/전략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Mpro · 비강 스프레이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예측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QSAR pIC50 ρ=0.81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결합/도킹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유사도 대리지표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비강 전달성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물성 휴리스틱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우선순위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(미정)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 의견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PowerPoint에서 오른쪽 칸을 클릭해 바로 타이핑하시면 됩니다. 회신은 이 파일 그대로 주셔도 좋습니다.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사용·패키지 안내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써 보시는 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82296" cy="448056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써 보기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https://mpro.wnffn62.workers.dev 접속 (설치 불필요)</a:t>
            </a:r>
            <a:endParaRPr lang="en-US" sz="12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'단일 평가' 탭에 SMILES 입력 → 예측 pIC50 확인 (프리셋 버튼도 있음)</a:t>
            </a:r>
            <a:endParaRPr lang="en-US" sz="12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'자율 에이전트' 탭에서 시드 넣고 '실행' → 최적화 결과 확인</a:t>
            </a:r>
            <a:endParaRPr lang="en-US" sz="12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'모델 검증' 탭에서 예측-실측 산점도·정확도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82296" cy="448056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패키지 구성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README.md · _시작하기.bat (메뉴 실행기)</a:t>
            </a:r>
            <a:endParaRPr lang="en-US" sz="12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web/ — 오프라인 PWA (그대로 배포 가능)</a:t>
            </a:r>
            <a:endParaRPr lang="en-US" sz="12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mvp_fullstack/ — FastAPI + Next.js 풀스택 (코드)</a:t>
            </a:r>
            <a:endParaRPr lang="en-US" sz="12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 — 로컬 Streamlit 분석 도구</a:t>
            </a:r>
            <a:endParaRPr lang="en-US" sz="12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ml/ — QSAR 학습 스크립트 + 모델</a:t>
            </a:r>
            <a:endParaRPr lang="en-US" sz="1250" dirty="0"/>
          </a:p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제출패키지/ — 기술보고서·브리핑·쉬운설명·영상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17A58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· 협업 포인트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데이터 연동 — 클리켐바이오 보유 활성/구조 데이터로 모델 강화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도킹(AutoDock Vina/GNINA) 연동으로 '핵심 상호작용'을 실측화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ADMET 전용 예측기·생성모델 기반 de novo 최적화</a:t>
            </a:r>
            <a:endParaRPr lang="en-US" sz="1500" dirty="0"/>
          </a:p>
          <a:p>
            <a:pPr marL="203200" indent="-203200">
              <a:lnSpc>
                <a:spcPct val="150000"/>
              </a:lnSpc>
              <a:buSzPct val="100000"/>
              <a:buChar char="→"/>
            </a:pPr>
            <a:r>
              <a:rPr lang="en-US" sz="15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제4회 JUMP AI 제출물 방향 확정 (예선 ~8/7)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 · 회신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파일에 의견 기입 후 회신 주시거나, 통화로 말씀 주셔도 됩니다. 빠르게 반영하겠습니다.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홍성현 박사님 리뷰 요청 · 비임상 연구지원 지표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2026-07-07T18:03:14Z</dcterms:created>
  <dcterms:modified xsi:type="dcterms:W3CDTF">2026-07-07T18:03:14Z</dcterms:modified>
</cp:coreProperties>
</file>